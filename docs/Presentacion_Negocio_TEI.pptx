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CENTRO COMERCIAL TEI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DAA520"/>
                </a:solidFill>
              </a:defRPr>
            </a:pPr>
            <a:r>
              <a:t>Tu Futuro Financiero Comienza Aquí</a:t>
            </a:r>
          </a:p>
          <a:p/>
          <a:p>
            <a:r>
              <a:t>Compra, Ahorra y Gana en Dólares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El Problema vs.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¿Dependes de una sola fuente de ingresos?</a:t>
            </a:r>
          </a:p>
          <a:p>
            <a:pPr/>
            <a:r>
              <a:t>La inflación y las deudas afectan tu tranquilidad.</a:t>
            </a:r>
          </a:p>
          <a:p>
            <a:pPr/>
          </a:p>
          <a:p>
            <a:pPr/>
            <a:r>
              <a:t>LA SOLUCIÓN TEI:</a:t>
            </a:r>
          </a:p>
          <a:p>
            <a:pPr/>
            <a:r>
              <a:t>✅ Ecosistema Híbrido: E-commerce + Network Marketing.</a:t>
            </a:r>
          </a:p>
          <a:p>
            <a:pPr/>
            <a:r>
              <a:t>✅ 4 Formas Simultáneas de Ganar.</a:t>
            </a:r>
          </a:p>
          <a:p>
            <a:pPr/>
            <a:r>
              <a:t>✅ Ingresos en Dólares y Cripto.</a:t>
            </a:r>
          </a:p>
          <a:p>
            <a:pPr/>
            <a:r>
              <a:t>✅ Sin dejar tu ocupación actual.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Nuestro Ecosistema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Tienda Virtual: Productos físicos y digitales de alta demanda.</a:t>
            </a:r>
          </a:p>
          <a:p>
            <a:pPr/>
            <a:r>
              <a:t>2. Plan Binario Global: Ingreso por posicionamiento rápido.</a:t>
            </a:r>
          </a:p>
          <a:p>
            <a:pPr/>
            <a:r>
              <a:t>3. Plan Binario Millonario: Para constructores de equipos y liderazgo.</a:t>
            </a:r>
          </a:p>
          <a:p>
            <a:pPr/>
            <a:r>
              <a:t>4. Bonos de Honor: Reparto de utilidades globales.</a:t>
            </a:r>
          </a:p>
          <a:p>
            <a:pPr/>
          </a:p>
          <a:p>
            <a:pPr/>
            <a:r>
              <a:t>Base sólida de comercio real con un motor de comisiones explosivo.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Plan Binario Global (La Joya de la Corona)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POSICIONAMIENTO AUTOMÁTICO</a:t>
            </a:r>
          </a:p>
          <a:p>
            <a:pPr/>
            <a:r>
              <a:t>Los usuarios se colocan en una red 2x2 por orden de llegada mundial.</a:t>
            </a:r>
          </a:p>
          <a:p>
            <a:pPr/>
          </a:p>
          <a:p>
            <a:pPr/>
            <a:r>
              <a:t>🌊 DERRAME MUNDIAL (SPILLOVER)</a:t>
            </a:r>
          </a:p>
          <a:p>
            <a:pPr/>
            <a:r>
              <a:t>Recibe beneficios del crecimiento global de la empresa.</a:t>
            </a:r>
          </a:p>
          <a:p>
            <a:pPr/>
          </a:p>
          <a:p>
            <a:pPr/>
            <a:r>
              <a:t>⏳ PERIODO DE GRACIA</a:t>
            </a:r>
          </a:p>
          <a:p>
            <a:pPr/>
            <a:r>
              <a:t>4 Meses para activarte sin perder tu posición.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Potencial de Ganancias: Binario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¡GANA POR AMBAS LÍNEAS (Izquierda y Derecha)!</a:t>
            </a:r>
          </a:p>
          <a:p>
            <a:pPr/>
            <a:r>
              <a:t>Pagos por niveles impares hasta el NIVEL 21:</a:t>
            </a:r>
          </a:p>
          <a:p>
            <a:pPr/>
          </a:p>
          <a:p>
            <a:pPr/>
            <a:r>
              <a:t>🔹 Niveles 3 al 13: $0.50 USD por persona.</a:t>
            </a:r>
          </a:p>
          <a:p>
            <a:pPr/>
            <a:r>
              <a:t>🔹 Niveles 15 al 21: $1.00 USD por persona.</a:t>
            </a:r>
          </a:p>
          <a:p>
            <a:pPr/>
          </a:p>
          <a:p>
            <a:pPr/>
            <a:r>
              <a:t>EJEMPLO DE PODER:</a:t>
            </a:r>
          </a:p>
          <a:p>
            <a:pPr/>
            <a:r>
              <a:t>• En una red 2x2 completa, el nivel 21 tiene más de 2 millones de posiciones.</a:t>
            </a:r>
          </a:p>
          <a:p>
            <a:pPr/>
            <a:r>
              <a:t>• Incluso llenando una fracción, el ingreso es masivo.</a:t>
            </a:r>
          </a:p>
          <a:p>
            <a:pPr/>
            <a:r>
              <a:t>• No importa si están en tu pierna fuerte o débil: ¡Cobras por todos!</a:t>
            </a:r>
          </a:p>
          <a:p>
            <a:pPr/>
          </a:p>
          <a:p>
            <a:pPr/>
            <a:r>
              <a:t>Requisito: Activación con compra mínima.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Plan Binario Millonario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Diseñado para Líderes y Constructores.</a:t>
            </a:r>
          </a:p>
          <a:p>
            <a:pPr/>
          </a:p>
          <a:p>
            <a:pPr/>
            <a:r>
              <a:t>📊 Puntos Volumen (PV)</a:t>
            </a:r>
          </a:p>
          <a:p>
            <a:pPr/>
            <a:r>
              <a:t>Cada producto suma puntos.</a:t>
            </a:r>
          </a:p>
          <a:p>
            <a:pPr/>
          </a:p>
          <a:p>
            <a:pPr/>
            <a:r>
              <a:t>⚖️ Equipo Menor</a:t>
            </a:r>
          </a:p>
          <a:p>
            <a:pPr/>
            <a:r>
              <a:t>Cobra un porcentaje (ej. 10%) del volumen de tu pierna menor.</a:t>
            </a:r>
          </a:p>
          <a:p>
            <a:pPr/>
          </a:p>
          <a:p>
            <a:pPr/>
            <a:r>
              <a:t>💰 Profundidad hasta Nivel 27</a:t>
            </a:r>
          </a:p>
          <a:p>
            <a:pPr/>
            <a:r>
              <a:t>Pagos Rápidos. Cortes diarios o semanales.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Ingreso Residual: Unilevel y Matriz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verdadera libertad financiera.</a:t>
            </a:r>
          </a:p>
          <a:p>
            <a:pPr/>
          </a:p>
          <a:p>
            <a:pPr/>
            <a:r>
              <a:t>🏢 PLAN UNILEVEL</a:t>
            </a:r>
          </a:p>
          <a:p>
            <a:pPr/>
            <a:r>
              <a:t>Gana un porcentaje de las compras directas de tus referidos.</a:t>
            </a:r>
          </a:p>
          <a:p>
            <a:pPr/>
            <a:r>
              <a:t>Hasta 7 niveles de profundidad.</a:t>
            </a:r>
          </a:p>
          <a:p>
            <a:pPr/>
          </a:p>
          <a:p>
            <a:pPr/>
            <a:r>
              <a:t>🕸️ MATRIZ FORZADA CERRADA 3x3</a:t>
            </a:r>
          </a:p>
          <a:p>
            <a:pPr/>
            <a:r>
              <a:t>Estructura compacta y poderosa:</a:t>
            </a:r>
          </a:p>
          <a:p>
            <a:pPr/>
            <a:r>
              <a:t>• Nivel 1: 3 Personas</a:t>
            </a:r>
          </a:p>
          <a:p>
            <a:pPr/>
            <a:r>
              <a:t>• Nivel 2: 9 Personas</a:t>
            </a:r>
          </a:p>
          <a:p>
            <a:pPr/>
            <a:r>
              <a:t>• Total: 12 Personas para completar ciclo.</a:t>
            </a:r>
          </a:p>
          <a:p>
            <a:pPr/>
            <a:r>
              <a:t>Ingresos residuales garantizados por la compra de tu primer paquete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Carrera de Honor y Liderazgo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Reconocemos tu esfuerzo y resultados.</a:t>
            </a:r>
          </a:p>
          <a:p>
            <a:pPr/>
          </a:p>
          <a:p>
            <a:pPr/>
            <a:r>
              <a:t>🏆 RANGOS</a:t>
            </a:r>
          </a:p>
          <a:p>
            <a:pPr/>
            <a:r>
              <a:t>Plata -&gt; Oro -&gt; Diamante -&gt; Embajador.</a:t>
            </a:r>
          </a:p>
          <a:p>
            <a:pPr/>
          </a:p>
          <a:p>
            <a:pPr/>
            <a:r>
              <a:t>🌍 POOL GLOBAL (Rangos de Honor)</a:t>
            </a:r>
          </a:p>
          <a:p>
            <a:pPr/>
            <a:r>
              <a:t>La empresa reparte un % de las ventas mundiales entre los líderes calificados.</a:t>
            </a:r>
          </a:p>
          <a:p>
            <a:pPr/>
            <a:r>
              <a:t>¡Conviértete en socio de la compañía!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¿Cómo Iniciar Hoy?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PRE-REGÍSTRATE GRATIS</a:t>
            </a:r>
          </a:p>
          <a:p>
            <a:pPr/>
            <a:r>
              <a:t>Asegura tu lugar en el Binario Global AHORA.</a:t>
            </a:r>
          </a:p>
          <a:p>
            <a:pPr/>
          </a:p>
          <a:p>
            <a:pPr/>
            <a:r>
              <a:t>2️⃣ ACTÍVATE</a:t>
            </a:r>
          </a:p>
          <a:p>
            <a:pPr/>
            <a:r>
              <a:t>Compra tu paquete de inicio o productos en la tienda.</a:t>
            </a:r>
          </a:p>
          <a:p>
            <a:pPr/>
          </a:p>
          <a:p>
            <a:pPr/>
            <a:r>
              <a:t>3️⃣ COMPARTE</a:t>
            </a:r>
          </a:p>
          <a:p>
            <a:pPr/>
            <a:r>
              <a:t>Usa tu enlace de referido y nuestro sistema automático.</a:t>
            </a:r>
          </a:p>
          <a:p>
            <a:pPr/>
          </a:p>
          <a:p>
            <a:pPr/>
            <a:r>
              <a:t>¡El tiempo es dinero! Posiciónate antes que el resto.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TU MOMENTO ES AHORA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Contacta a la persona que te invitó y asegura tu posición.</a:t>
            </a:r>
          </a:p>
          <a:p/>
          <a:p>
            <a:r>
              <a:t>Centro Comercial TEI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